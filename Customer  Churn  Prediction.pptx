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7" r:id="rId1"/>
  </p:sldMasterIdLst>
  <p:sldIdLst>
    <p:sldId id="260" r:id="rId2"/>
    <p:sldId id="257" r:id="rId3"/>
    <p:sldId id="258" r:id="rId4"/>
    <p:sldId id="256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1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56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3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8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2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26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1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95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1606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76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1926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604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07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2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92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2C06-CF1C-C43E-0A18-CF835AC4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170080" cy="352894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 Churn  Prediction      	  	 Using  Machine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3D568-591F-4BB6-E564-26C325B4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494313"/>
            <a:ext cx="9905999" cy="506187"/>
          </a:xfrm>
        </p:spPr>
        <p:txBody>
          <a:bodyPr>
            <a:normAutofit lnSpcReduction="10000"/>
          </a:bodyPr>
          <a:lstStyle/>
          <a:p>
            <a:pPr marL="3657600" lvl="8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Shivani S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13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8811-16CA-8636-8500-9B0BB106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432" y="1004208"/>
            <a:ext cx="8534400" cy="83275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A0FE54-3808-4185-E6C0-F83B2BAA3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2432" y="697054"/>
            <a:ext cx="8454559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face customer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Losing customers reduces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Retaining customers is cheaper than acquiring new 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customers likely to churn using ML.</a:t>
            </a:r>
          </a:p>
        </p:txBody>
      </p:sp>
    </p:spTree>
    <p:extLst>
      <p:ext uri="{BB962C8B-B14F-4D97-AF65-F5344CB8AC3E}">
        <p14:creationId xmlns:p14="http://schemas.microsoft.com/office/powerpoint/2010/main" val="336805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A3E3-CAE8-CFD4-6158-C6A31405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9" y="1257300"/>
            <a:ext cx="8534400" cy="53249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F6E2AF-7E3E-EB67-86F3-D16E53C7D7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9383" y="2139605"/>
            <a:ext cx="277762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7,043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Churn (Yes / No)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8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741E-EDAC-3680-07AC-9653D7DD5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635" y="1110343"/>
            <a:ext cx="10279245" cy="100420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34B095-8BE0-B811-461E-87D914AE89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5222" y="2244449"/>
            <a:ext cx="863822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 for class imbalance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372441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1598-A634-76BB-2603-5609645D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0" y="1363435"/>
            <a:ext cx="8534400" cy="51435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2BC364-D6E5-5228-DBBE-E46263D792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2234" y="2204626"/>
            <a:ext cx="365035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79%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(Churn): 83%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Score: 0.87</a:t>
            </a:r>
          </a:p>
        </p:txBody>
      </p:sp>
    </p:spTree>
    <p:extLst>
      <p:ext uri="{BB962C8B-B14F-4D97-AF65-F5344CB8AC3E}">
        <p14:creationId xmlns:p14="http://schemas.microsoft.com/office/powerpoint/2010/main" val="204910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EE8D-1E4B-A6EB-BB55-C194F7EC0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70719"/>
            <a:ext cx="10360479" cy="150706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Influencing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136C-BF24-04D8-F233-10C3610FB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54" y="1877786"/>
            <a:ext cx="8534400" cy="361526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churn drivers: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Internet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Streaming Services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Payment Method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10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7E1D-2763-E471-48B8-0391F0682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20" y="889538"/>
            <a:ext cx="8534400" cy="150706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2156FC-D0DC-B0A4-F2E8-E5C1996B6A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2812" y="2184334"/>
            <a:ext cx="483177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churn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Targeted retention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protection</a:t>
            </a:r>
          </a:p>
        </p:txBody>
      </p:sp>
    </p:spTree>
    <p:extLst>
      <p:ext uri="{BB962C8B-B14F-4D97-AF65-F5344CB8AC3E}">
        <p14:creationId xmlns:p14="http://schemas.microsoft.com/office/powerpoint/2010/main" val="68504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8071-2CEC-CCB3-CA5A-75BC1B05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184" y="1009346"/>
            <a:ext cx="8435295" cy="112969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B80E6F-648B-3981-37AF-B5F28FE96F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2184" y="2406914"/>
            <a:ext cx="72911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for high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service for Fiber optic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long-term contracts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special offers for streaming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 for senior citizens</a:t>
            </a:r>
          </a:p>
        </p:txBody>
      </p:sp>
    </p:spTree>
    <p:extLst>
      <p:ext uri="{BB962C8B-B14F-4D97-AF65-F5344CB8AC3E}">
        <p14:creationId xmlns:p14="http://schemas.microsoft.com/office/powerpoint/2010/main" val="252063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7420-5C65-B6BB-BE21-5C72C59F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05" y="829733"/>
            <a:ext cx="8534400" cy="99906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FAD7-4781-45D4-DB92-267406DF9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483" y="1551214"/>
            <a:ext cx="8534400" cy="361526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performed well.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 improved churn detection.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achieved ROC-AUC of 0.87.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help telecom companies reduce churn.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43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1E09-8913-407F-48E8-01DE15C7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..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7267-D3BF-C35C-979C-C48DEDF69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581" y="1201615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THANKYOU</a:t>
            </a:r>
            <a:endParaRPr lang="en-IN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7655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</TotalTime>
  <Words>192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Slice</vt:lpstr>
      <vt:lpstr>Customer  Churn  Prediction           Using  Machine Learning</vt:lpstr>
      <vt:lpstr>Problem Statement</vt:lpstr>
      <vt:lpstr>Dataset Overview</vt:lpstr>
      <vt:lpstr>Methodology</vt:lpstr>
      <vt:lpstr>Model Evaluation</vt:lpstr>
      <vt:lpstr>Important Features Influencing Churn</vt:lpstr>
      <vt:lpstr>Business Value</vt:lpstr>
      <vt:lpstr>Recommendations</vt:lpstr>
      <vt:lpstr>Conclusion</vt:lpstr>
      <vt:lpstr>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S S</dc:creator>
  <cp:lastModifiedBy>Shivani S S</cp:lastModifiedBy>
  <cp:revision>1</cp:revision>
  <dcterms:created xsi:type="dcterms:W3CDTF">2026-02-25T06:18:55Z</dcterms:created>
  <dcterms:modified xsi:type="dcterms:W3CDTF">2026-02-25T06:54:43Z</dcterms:modified>
</cp:coreProperties>
</file>